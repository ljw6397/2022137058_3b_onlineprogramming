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69" r:id="rId6"/>
    <p:sldId id="271" r:id="rId7"/>
    <p:sldId id="272" r:id="rId8"/>
    <p:sldId id="259" r:id="rId9"/>
    <p:sldId id="260" r:id="rId10"/>
    <p:sldId id="267" r:id="rId11"/>
    <p:sldId id="261" r:id="rId12"/>
    <p:sldId id="262" r:id="rId13"/>
    <p:sldId id="263" r:id="rId14"/>
    <p:sldId id="264" r:id="rId15"/>
    <p:sldId id="265" r:id="rId16"/>
    <p:sldId id="266" r:id="rId17"/>
    <p:sldId id="26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26BE0-1E39-7E57-005E-E85E33A7A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5CD106-C6DC-DC11-F3FC-59ACF9521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BCEE44-08B4-3F58-9AD9-5ADBFCB28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6147-C72F-40B0-B36E-7D4580D7460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242297-E5CF-C489-3136-A11F399BB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F54394-EBDB-CF7E-99FF-A60632AF9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DFF9-1464-4E8C-9083-F5BB7814F4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10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BF047-8922-B9B4-E456-DAD52F160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CD8E6-9B53-9985-6CB1-65EE07665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1188AF-8DE6-9998-D755-179F1D21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6147-C72F-40B0-B36E-7D4580D7460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57D36B-B41F-0FDF-D135-663A2EC5A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73FD03-9B52-2E5D-D301-26D1949B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DFF9-1464-4E8C-9083-F5BB7814F4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28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0A938-338A-5B8A-4AD4-FB3DC70A7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9FC921-3FD9-7EA8-26A2-A1DF617CF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784430-C38B-8045-A882-F3E6F45F8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6147-C72F-40B0-B36E-7D4580D7460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46E4F1-433D-8ADF-E985-F8D62470E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F2818D-CEA0-D8B6-3D0A-EC3013187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DFF9-1464-4E8C-9083-F5BB7814F4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203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CCB08-4444-F81E-2609-BD9A347E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01C462-2864-E770-BB3D-D75FC68CC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AFF698-18DD-D0BD-0BD3-13D3A5404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7753E7-5D41-292E-4886-4AA7B6020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6147-C72F-40B0-B36E-7D4580D7460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BF32E2-3381-6DF9-5589-56C2EED55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14A869-1795-0B8E-9CB6-3B6ABD95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DFF9-1464-4E8C-9083-F5BB7814F4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224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4749C-5E08-3A60-A631-A8C5B2DC9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4F091E-E043-59F6-DE6C-10F13686F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A6F66C-66ED-32BA-F50D-39378D080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9FE618-6F4F-E95D-A48F-81EF44151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740C64-6680-0D6D-600E-56FDB2931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D52D3B-EC7B-D953-541C-1595916B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6147-C72F-40B0-B36E-7D4580D7460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D62964-84D1-C6D8-4B69-32FD0B3E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D9EB66-5E17-40CC-6AED-29B09ECD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DFF9-1464-4E8C-9083-F5BB7814F4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43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74F26A-8E82-3192-A119-FFCA028F8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D6C713-F492-A325-A01D-BD3AFA75D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6147-C72F-40B0-B36E-7D4580D7460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9270BB-7AAC-6802-A618-68FACBF7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5606AE-C043-CF61-A4C3-90337860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DFF9-1464-4E8C-9083-F5BB7814F4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736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3537A-AF82-5043-608F-422D943AC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6147-C72F-40B0-B36E-7D4580D7460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E8F3D7-2B51-F03B-913B-DAD980CC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B2213D-DB7E-E478-195D-45A07480C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DFF9-1464-4E8C-9083-F5BB7814F4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0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B9D6B-7537-60E2-CC74-1E405D5EC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448954-C3A1-EC17-CFD3-49B70E599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D90A7F-71CA-9332-057F-FB4E22E5D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B61E37-3908-78B4-B129-18119F393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6147-C72F-40B0-B36E-7D4580D7460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10DA3C-9905-8F55-0F12-4F52B9F8B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A719A1-9EAE-350C-7415-F74566A0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DFF9-1464-4E8C-9083-F5BB7814F4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60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FD404-DF7B-676E-FA01-C317CE97A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771AFE-BB87-2BAF-987D-934B11EE9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71CEF8-DD6B-A324-85E0-D4206CB4B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5D1224-49AB-58A3-CF65-254F7F97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6147-C72F-40B0-B36E-7D4580D7460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E639B7-A363-D599-9593-B7E9C5F1C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02155A-01A8-7FD0-5C20-C81923C22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DFF9-1464-4E8C-9083-F5BB7814F4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211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F487E-7F14-587F-0CCB-B1ECF122D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ACC471-F9A7-E4FF-28EB-4AEF4F3AB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A2441C-CF15-B6CC-0F81-4105C0D46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6147-C72F-40B0-B36E-7D4580D7460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6AAE3C-BF82-DCD7-59CB-EFC6B7840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6ECEA9-FE5F-952F-24CD-0508D791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DFF9-1464-4E8C-9083-F5BB7814F4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5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31AB14-DD2F-779F-A8AB-8A596493A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8E1648-29F6-D61B-A56A-986353391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BBF807-FB56-F352-CB3C-D2D6B513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6147-C72F-40B0-B36E-7D4580D7460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68C3C2-A246-A582-89D2-F855B331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0000C-EABF-0793-44FB-8066D3CC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DFF9-1464-4E8C-9083-F5BB7814F4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11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460216-DA7D-EFF3-2894-4350C162B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02B086-69C9-E046-C1FE-4A3C75759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D7606-F6B1-069C-F852-CB3E3E9CB1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06147-C72F-40B0-B36E-7D4580D7460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61DC62-DCBB-41DA-B2AF-68583EB75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06831E-F3C8-1507-4FAD-DCF28C3E6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9DFF9-1464-4E8C-9083-F5BB7814F4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65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3198DE-2F63-6241-1763-0CF534426CE1}"/>
              </a:ext>
            </a:extLst>
          </p:cNvPr>
          <p:cNvSpPr txBox="1"/>
          <p:nvPr/>
        </p:nvSpPr>
        <p:spPr>
          <a:xfrm>
            <a:off x="600501" y="347699"/>
            <a:ext cx="2809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회원가입</a:t>
            </a:r>
            <a:r>
              <a:rPr lang="en-US" altLang="ko-KR" sz="3600" dirty="0"/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A080D9-3BE5-F972-F8E6-8E4300D1A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78" y="1316386"/>
            <a:ext cx="5005116" cy="14021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69053D-D02B-A0D5-00F6-94614F43F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78" y="4415516"/>
            <a:ext cx="5534797" cy="128605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BC97F19-AC82-1809-1B1F-CAF33D5CB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78" y="2995427"/>
            <a:ext cx="5630061" cy="11431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B1B9FB5-E44D-FC30-0DB8-AB0EEAC84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137" y="2221387"/>
            <a:ext cx="5115639" cy="95263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8D6240E-5860-7C1B-F135-50DB46D5E9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137" y="1239816"/>
            <a:ext cx="5106113" cy="80973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6089A8-FA40-440D-21F3-374E494DD338}"/>
              </a:ext>
            </a:extLst>
          </p:cNvPr>
          <p:cNvSpPr txBox="1"/>
          <p:nvPr/>
        </p:nvSpPr>
        <p:spPr>
          <a:xfrm>
            <a:off x="7377827" y="450590"/>
            <a:ext cx="2809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로그인</a:t>
            </a:r>
            <a:r>
              <a:rPr lang="en-US" altLang="ko-KR" sz="3600" dirty="0"/>
              <a:t> 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77BABB5-897C-4BF2-8B6F-9DF8F18440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182" y="5103153"/>
            <a:ext cx="1978447" cy="136344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F616694-7581-F406-2761-7C85EC40D4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302013"/>
            <a:ext cx="5534797" cy="16731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271F2D6-FA5D-CADD-26AB-A1E51742373C}"/>
              </a:ext>
            </a:extLst>
          </p:cNvPr>
          <p:cNvSpPr txBox="1"/>
          <p:nvPr/>
        </p:nvSpPr>
        <p:spPr>
          <a:xfrm>
            <a:off x="8311487" y="6237027"/>
            <a:ext cx="2715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씬으로</a:t>
            </a:r>
            <a:r>
              <a:rPr lang="en-US" altLang="ko-KR" dirty="0"/>
              <a:t>~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836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2F3CF88-2040-D3A8-0BC3-F18037871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72" y="3429000"/>
            <a:ext cx="4589487" cy="32162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E9D3EB6-9CA5-F59A-E886-0584E0C0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719" y="3429000"/>
            <a:ext cx="6240281" cy="327546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4A0B6E9-9EAB-C250-D5C3-F93B88819D9D}"/>
              </a:ext>
            </a:extLst>
          </p:cNvPr>
          <p:cNvSpPr txBox="1"/>
          <p:nvPr/>
        </p:nvSpPr>
        <p:spPr>
          <a:xfrm>
            <a:off x="5352196" y="569794"/>
            <a:ext cx="1487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상점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F5F574D-0F88-D3A6-68AC-6E101DAED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088" y="1216125"/>
            <a:ext cx="6088853" cy="185113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16A74002-BA5A-3F60-E19F-D4DE8E0FC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071" y="553576"/>
            <a:ext cx="4589487" cy="287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37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CC0F180-C953-DB68-810A-480AB1165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21875" cy="291843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963AB73-6E90-F71A-432B-949C31B25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875" y="0"/>
            <a:ext cx="4421875" cy="29201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DE527C3-BFA1-B69F-A5D9-C5F14148B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98" y="3118533"/>
            <a:ext cx="6259214" cy="2936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0CDC69-F188-394E-43D8-2F44C83BC647}"/>
              </a:ext>
            </a:extLst>
          </p:cNvPr>
          <p:cNvSpPr txBox="1"/>
          <p:nvPr/>
        </p:nvSpPr>
        <p:spPr>
          <a:xfrm>
            <a:off x="9228160" y="840182"/>
            <a:ext cx="2085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/>
              <a:t>인벤토리</a:t>
            </a:r>
            <a:endParaRPr lang="ko-KR" altLang="en-US" sz="3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5D16346-B522-ECDB-C54B-1642B855B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209" y="3407604"/>
            <a:ext cx="4305901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1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51D399A-ABCD-184E-3D7A-8E67E816E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20" y="238250"/>
            <a:ext cx="5048293" cy="33476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1375EE2-AE26-B98D-FE20-29CA16D03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358" y="807943"/>
            <a:ext cx="5439531" cy="25916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2B1939D-0EFC-B869-C83F-4F41551DC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237" y="3585876"/>
            <a:ext cx="5568286" cy="30459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D0A0E5-D9AC-48C7-B4C4-7F63727FCF5F}"/>
              </a:ext>
            </a:extLst>
          </p:cNvPr>
          <p:cNvSpPr txBox="1"/>
          <p:nvPr/>
        </p:nvSpPr>
        <p:spPr>
          <a:xfrm>
            <a:off x="5622878" y="238250"/>
            <a:ext cx="2169994" cy="383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심화</a:t>
            </a:r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3308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8442D1F-C1E9-7E77-B08D-B865EE7E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49" y="0"/>
            <a:ext cx="5016825" cy="31682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2BCE4D1-C49E-A778-094D-09EA5B70E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179" y="453429"/>
            <a:ext cx="4819600" cy="22613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E88454B-592B-D1AD-5FCA-9A5A80C62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49" y="3276476"/>
            <a:ext cx="5126008" cy="33931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3D09E2D-B34B-1293-A4C8-6AB10E308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3302" y="3776958"/>
            <a:ext cx="5126008" cy="23921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E42DB1-A0B1-82DA-CE54-1BBD01F3FFD8}"/>
              </a:ext>
            </a:extLst>
          </p:cNvPr>
          <p:cNvSpPr txBox="1"/>
          <p:nvPr/>
        </p:nvSpPr>
        <p:spPr>
          <a:xfrm>
            <a:off x="5609230" y="70060"/>
            <a:ext cx="2169994" cy="383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심화</a:t>
            </a:r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0079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D641011-C910-B639-DDBA-917BD2A24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315145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FA19B7-DC09-083C-E838-F481EF248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00039"/>
            <a:ext cx="5682018" cy="20932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30C5027-8EE6-6312-074F-AD430EA9F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972" y="3693364"/>
            <a:ext cx="5294074" cy="2718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E6B760-E8CE-8239-C7F4-EE7FE83203FD}"/>
              </a:ext>
            </a:extLst>
          </p:cNvPr>
          <p:cNvSpPr txBox="1"/>
          <p:nvPr/>
        </p:nvSpPr>
        <p:spPr>
          <a:xfrm>
            <a:off x="6755643" y="450376"/>
            <a:ext cx="1228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ljw6397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01FD36-7F1F-3776-4527-C4582DA2CAC7}"/>
              </a:ext>
            </a:extLst>
          </p:cNvPr>
          <p:cNvSpPr txBox="1"/>
          <p:nvPr/>
        </p:nvSpPr>
        <p:spPr>
          <a:xfrm>
            <a:off x="6755643" y="3047033"/>
            <a:ext cx="1976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위 </a:t>
            </a:r>
            <a:r>
              <a:rPr lang="en-US" altLang="ko-KR" dirty="0"/>
              <a:t>Hello</a:t>
            </a:r>
          </a:p>
          <a:p>
            <a:r>
              <a:rPr lang="ko-KR" altLang="en-US" dirty="0"/>
              <a:t>아래 </a:t>
            </a:r>
            <a:r>
              <a:rPr lang="en-US" altLang="ko-KR" dirty="0"/>
              <a:t>ljw6397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1509679-6B2C-6EDD-B085-B14EF3773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2165" y="3594131"/>
            <a:ext cx="3111701" cy="24638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B7617BE-B751-E60A-0201-50CC405751AB}"/>
              </a:ext>
            </a:extLst>
          </p:cNvPr>
          <p:cNvSpPr txBox="1"/>
          <p:nvPr/>
        </p:nvSpPr>
        <p:spPr>
          <a:xfrm>
            <a:off x="1550110" y="3594132"/>
            <a:ext cx="203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ljw6397</a:t>
            </a:r>
            <a:r>
              <a:rPr lang="ko-KR" altLang="en-US" dirty="0"/>
              <a:t>화면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56001BC-3069-122E-260D-29A1F12DB4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574892"/>
            <a:ext cx="3202166" cy="295515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01A278C-AA5B-CE6A-254F-7D33E05018AD}"/>
              </a:ext>
            </a:extLst>
          </p:cNvPr>
          <p:cNvSpPr txBox="1"/>
          <p:nvPr/>
        </p:nvSpPr>
        <p:spPr>
          <a:xfrm>
            <a:off x="6284795" y="50154"/>
            <a:ext cx="2169994" cy="383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심화</a:t>
            </a:r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7408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307C6-408C-0498-CA97-30B00C79E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경매장 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EA5031-1F48-DF2E-BFC4-FE31DEC33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015" y="-105094"/>
            <a:ext cx="3811125" cy="29685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C4B874-5125-764C-46B9-CB854CA49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015" y="2863419"/>
            <a:ext cx="5966694" cy="39945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22C716-C45B-7F67-FC6A-910A7E97EF55}"/>
              </a:ext>
            </a:extLst>
          </p:cNvPr>
          <p:cNvSpPr txBox="1"/>
          <p:nvPr/>
        </p:nvSpPr>
        <p:spPr>
          <a:xfrm>
            <a:off x="8207816" y="3429000"/>
            <a:ext cx="1555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ljw6397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46B42B-285D-1CAA-BC23-646BEA5E0CBB}"/>
              </a:ext>
            </a:extLst>
          </p:cNvPr>
          <p:cNvSpPr txBox="1"/>
          <p:nvPr/>
        </p:nvSpPr>
        <p:spPr>
          <a:xfrm>
            <a:off x="6979517" y="138875"/>
            <a:ext cx="1555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Hello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7DC973A-57E2-E1F2-4366-5B7C86857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98" y="2345781"/>
            <a:ext cx="3962953" cy="3982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FE0780-67DC-94AE-6AB5-F5C20B488AF6}"/>
              </a:ext>
            </a:extLst>
          </p:cNvPr>
          <p:cNvSpPr txBox="1"/>
          <p:nvPr/>
        </p:nvSpPr>
        <p:spPr>
          <a:xfrm>
            <a:off x="464024" y="1732272"/>
            <a:ext cx="396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팔리면 </a:t>
            </a:r>
            <a:r>
              <a:rPr lang="en-US" altLang="ko-KR" dirty="0" err="1"/>
              <a:t>isSold</a:t>
            </a:r>
            <a:r>
              <a:rPr lang="en-US" altLang="ko-KR" dirty="0"/>
              <a:t> = true </a:t>
            </a:r>
            <a:r>
              <a:rPr lang="ko-KR" altLang="en-US" dirty="0"/>
              <a:t>판매처리</a:t>
            </a:r>
          </a:p>
        </p:txBody>
      </p:sp>
    </p:spTree>
    <p:extLst>
      <p:ext uri="{BB962C8B-B14F-4D97-AF65-F5344CB8AC3E}">
        <p14:creationId xmlns:p14="http://schemas.microsoft.com/office/powerpoint/2010/main" val="3563200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BCDE9-9E81-3DF3-6873-EE48D3ACE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71" y="2425937"/>
            <a:ext cx="11353800" cy="2323484"/>
          </a:xfrm>
        </p:spPr>
        <p:txBody>
          <a:bodyPr/>
          <a:lstStyle/>
          <a:p>
            <a:r>
              <a:rPr lang="en-US" altLang="ko-KR" dirty="0"/>
              <a:t>Firebase </a:t>
            </a:r>
            <a:r>
              <a:rPr lang="ko-KR" altLang="en-US" dirty="0"/>
              <a:t>연동 </a:t>
            </a:r>
            <a:r>
              <a:rPr lang="en-US" altLang="ko-KR" dirty="0"/>
              <a:t>Unity </a:t>
            </a:r>
            <a:r>
              <a:rPr lang="ko-KR" altLang="en-US" dirty="0"/>
              <a:t>게임 구현 </a:t>
            </a:r>
            <a:br>
              <a:rPr lang="en-US" altLang="ko-KR" dirty="0"/>
            </a:br>
            <a:r>
              <a:rPr lang="ko-KR" altLang="en-US" dirty="0"/>
              <a:t>회원가입 </a:t>
            </a:r>
            <a:r>
              <a:rPr lang="en-US" altLang="ko-KR" dirty="0"/>
              <a:t>/ </a:t>
            </a:r>
            <a:r>
              <a:rPr lang="ko-KR" altLang="en-US" dirty="0"/>
              <a:t>로그인 </a:t>
            </a:r>
            <a:r>
              <a:rPr lang="en-US" altLang="ko-KR" dirty="0"/>
              <a:t>/ </a:t>
            </a:r>
            <a:r>
              <a:rPr lang="ko-KR" altLang="en-US" dirty="0"/>
              <a:t>상점 </a:t>
            </a:r>
            <a:r>
              <a:rPr lang="en-US" altLang="ko-KR" dirty="0"/>
              <a:t>/ </a:t>
            </a:r>
            <a:r>
              <a:rPr lang="ko-KR" altLang="en-US" dirty="0"/>
              <a:t>인벤토리 </a:t>
            </a:r>
            <a:r>
              <a:rPr lang="en-US" altLang="ko-KR" dirty="0"/>
              <a:t>/ </a:t>
            </a:r>
            <a:r>
              <a:rPr lang="ko-KR" altLang="en-US" dirty="0"/>
              <a:t>게임</a:t>
            </a:r>
            <a:r>
              <a:rPr lang="en-US" altLang="ko-KR" dirty="0"/>
              <a:t>/</a:t>
            </a:r>
            <a:r>
              <a:rPr lang="ko-KR" altLang="en-US" dirty="0"/>
              <a:t>경매장</a:t>
            </a:r>
            <a:r>
              <a:rPr lang="en-US" altLang="ko-KR" dirty="0"/>
              <a:t>(</a:t>
            </a:r>
            <a:r>
              <a:rPr lang="ko-KR" altLang="en-US" dirty="0"/>
              <a:t>거래소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2263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CB26ED-561A-0B91-E779-F557FE64B12B}"/>
              </a:ext>
            </a:extLst>
          </p:cNvPr>
          <p:cNvSpPr txBox="1"/>
          <p:nvPr/>
        </p:nvSpPr>
        <p:spPr>
          <a:xfrm>
            <a:off x="1477370" y="1734362"/>
            <a:ext cx="1017781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회원가입 </a:t>
            </a:r>
            <a:r>
              <a:rPr lang="en-US" altLang="ko-KR" dirty="0"/>
              <a:t>(</a:t>
            </a:r>
            <a:r>
              <a:rPr lang="ko-KR" altLang="en-US" dirty="0"/>
              <a:t>닉네임 입력 → 중복 검사 → </a:t>
            </a:r>
            <a:r>
              <a:rPr lang="en-US" altLang="ko-KR" dirty="0"/>
              <a:t>Firebase </a:t>
            </a:r>
            <a:r>
              <a:rPr lang="ko-KR" altLang="en-US" dirty="0"/>
              <a:t>저장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로그인 </a:t>
            </a:r>
            <a:r>
              <a:rPr lang="en-US" altLang="ko-KR" dirty="0"/>
              <a:t>(</a:t>
            </a:r>
            <a:r>
              <a:rPr lang="ko-KR" altLang="en-US" dirty="0"/>
              <a:t>닉네임 검색 → </a:t>
            </a:r>
            <a:r>
              <a:rPr lang="en-US" altLang="ko-KR" dirty="0" err="1"/>
              <a:t>PlayerPrefs</a:t>
            </a:r>
            <a:r>
              <a:rPr lang="en-US" altLang="ko-KR" dirty="0"/>
              <a:t> </a:t>
            </a:r>
            <a:r>
              <a:rPr lang="ko-KR" altLang="en-US" dirty="0"/>
              <a:t>저장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상점 </a:t>
            </a:r>
            <a:r>
              <a:rPr lang="en-US" altLang="ko-KR" dirty="0"/>
              <a:t>- </a:t>
            </a:r>
            <a:r>
              <a:rPr lang="ko-KR" altLang="en-US" dirty="0"/>
              <a:t>아이템 구매 </a:t>
            </a:r>
            <a:r>
              <a:rPr lang="en-US" altLang="ko-KR" dirty="0"/>
              <a:t>(</a:t>
            </a:r>
            <a:r>
              <a:rPr lang="ko-KR" altLang="en-US" dirty="0"/>
              <a:t>코인 차감 → </a:t>
            </a:r>
            <a:r>
              <a:rPr lang="en-US" altLang="ko-KR" dirty="0"/>
              <a:t>Firebase </a:t>
            </a:r>
            <a:r>
              <a:rPr lang="ko-KR" altLang="en-US" dirty="0"/>
              <a:t>저장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상점 </a:t>
            </a:r>
            <a:r>
              <a:rPr lang="en-US" altLang="ko-KR" dirty="0"/>
              <a:t>- </a:t>
            </a:r>
            <a:r>
              <a:rPr lang="ko-KR" altLang="en-US" dirty="0"/>
              <a:t>유닛 구매 </a:t>
            </a:r>
            <a:r>
              <a:rPr lang="en-US" altLang="ko-KR" dirty="0"/>
              <a:t>(</a:t>
            </a:r>
            <a:r>
              <a:rPr lang="ko-KR" altLang="en-US" dirty="0"/>
              <a:t>중복 방지 → </a:t>
            </a:r>
            <a:r>
              <a:rPr lang="en-US" altLang="ko-KR" dirty="0"/>
              <a:t>Firebase </a:t>
            </a:r>
            <a:r>
              <a:rPr lang="ko-KR" altLang="en-US" dirty="0"/>
              <a:t>저장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/>
              <a:t>인벤토리 표시 </a:t>
            </a:r>
            <a:r>
              <a:rPr lang="en-US" altLang="ko-KR" dirty="0"/>
              <a:t>(Firebase</a:t>
            </a:r>
            <a:r>
              <a:rPr lang="ko-KR" altLang="en-US" dirty="0"/>
              <a:t>에서 불러와 </a:t>
            </a:r>
            <a:r>
              <a:rPr lang="en-US" altLang="ko-KR" dirty="0"/>
              <a:t>UI </a:t>
            </a:r>
            <a:r>
              <a:rPr lang="ko-KR" altLang="en-US" dirty="0"/>
              <a:t>표시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r>
              <a:rPr lang="en-US" altLang="ko-KR" dirty="0"/>
              <a:t>6. </a:t>
            </a:r>
            <a:r>
              <a:rPr lang="ko-KR" altLang="en-US" dirty="0"/>
              <a:t>아이템 사용 </a:t>
            </a:r>
            <a:r>
              <a:rPr lang="en-US" altLang="ko-KR" dirty="0"/>
              <a:t>(</a:t>
            </a:r>
            <a:r>
              <a:rPr lang="ko-KR" altLang="en-US" dirty="0"/>
              <a:t>개수 감소 → </a:t>
            </a:r>
            <a:r>
              <a:rPr lang="en-US" altLang="ko-KR" dirty="0"/>
              <a:t>Firebase </a:t>
            </a:r>
            <a:r>
              <a:rPr lang="ko-KR" altLang="en-US" dirty="0"/>
              <a:t>저장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r>
              <a:rPr lang="en-US" altLang="ko-KR" dirty="0"/>
              <a:t>7. </a:t>
            </a:r>
            <a:r>
              <a:rPr lang="ko-KR" altLang="en-US" dirty="0"/>
              <a:t>가위바위보 게임 </a:t>
            </a:r>
            <a:r>
              <a:rPr lang="en-US" altLang="ko-KR" dirty="0"/>
              <a:t>(</a:t>
            </a:r>
            <a:r>
              <a:rPr lang="ko-KR" altLang="en-US" dirty="0"/>
              <a:t>승리 시 코인 </a:t>
            </a:r>
            <a:r>
              <a:rPr lang="en-US" altLang="ko-KR" dirty="0"/>
              <a:t>+50, </a:t>
            </a:r>
            <a:r>
              <a:rPr lang="ko-KR" altLang="en-US" dirty="0"/>
              <a:t>최고 점수 갱신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8.</a:t>
            </a:r>
            <a:r>
              <a:rPr lang="ko-KR" altLang="en-US" dirty="0"/>
              <a:t> 거래소 </a:t>
            </a:r>
            <a:r>
              <a:rPr lang="en-US" altLang="ko-KR" dirty="0"/>
              <a:t>- </a:t>
            </a:r>
            <a:r>
              <a:rPr lang="ko-KR" altLang="en-US" dirty="0"/>
              <a:t>아이템 거래 </a:t>
            </a:r>
            <a:r>
              <a:rPr lang="en-US" altLang="ko-KR" dirty="0"/>
              <a:t>(</a:t>
            </a:r>
            <a:r>
              <a:rPr lang="ko-KR" altLang="en-US" dirty="0"/>
              <a:t>판매 등록 → 다른 유저 구매 → 코인 정산</a:t>
            </a:r>
            <a:r>
              <a:rPr lang="en-US" altLang="ko-KR" dirty="0"/>
              <a:t>-&gt;</a:t>
            </a:r>
            <a:r>
              <a:rPr lang="ko-KR" altLang="en-US" dirty="0"/>
              <a:t>인벤토리 증가</a:t>
            </a:r>
            <a:r>
              <a:rPr lang="en-US" altLang="ko-KR" dirty="0"/>
              <a:t>/</a:t>
            </a:r>
            <a:r>
              <a:rPr lang="ko-KR" altLang="en-US" dirty="0"/>
              <a:t>감소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ADA81FE-65B3-8B07-EE2E-920447F06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779" y="296886"/>
            <a:ext cx="10515600" cy="1325563"/>
          </a:xfrm>
        </p:spPr>
        <p:txBody>
          <a:bodyPr/>
          <a:lstStyle/>
          <a:p>
            <a:r>
              <a:rPr lang="ko-KR" altLang="en-US" dirty="0"/>
              <a:t>구현한 기능 목록</a:t>
            </a:r>
          </a:p>
        </p:txBody>
      </p:sp>
    </p:spTree>
    <p:extLst>
      <p:ext uri="{BB962C8B-B14F-4D97-AF65-F5344CB8AC3E}">
        <p14:creationId xmlns:p14="http://schemas.microsoft.com/office/powerpoint/2010/main" val="3833166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B2947-1D4E-5084-13FB-23CF85F82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거래소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474F0D-6245-3B33-A5FD-A438BB1DF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302" y="1690688"/>
            <a:ext cx="10515600" cy="4547879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</a:t>
            </a:r>
            <a:r>
              <a:rPr lang="ko-KR" altLang="en-US" dirty="0"/>
              <a:t>내 아이템을 가격 설정 후 판매 등록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</a:t>
            </a:r>
            <a:r>
              <a:rPr lang="ko-KR" altLang="en-US" dirty="0"/>
              <a:t>다른 유저가 등록한 아이템 목록 조회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</a:t>
            </a:r>
            <a:r>
              <a:rPr lang="ko-KR" altLang="en-US" dirty="0"/>
              <a:t>아이템 구매 시 구매자 코인 차감 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/>
              <a:t>4.</a:t>
            </a:r>
            <a:r>
              <a:rPr lang="ko-KR" altLang="en-US" dirty="0"/>
              <a:t>구매자 인벤토리 증가 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/>
              <a:t>5.</a:t>
            </a:r>
            <a:r>
              <a:rPr lang="ko-KR" altLang="en-US" dirty="0"/>
              <a:t>판매자 코인 자동 증가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6.</a:t>
            </a:r>
            <a:r>
              <a:rPr lang="ko-KR" altLang="en-US" dirty="0"/>
              <a:t>판매 완료 처리 </a:t>
            </a:r>
            <a:r>
              <a:rPr lang="en-US" altLang="ko-KR" dirty="0"/>
              <a:t>(</a:t>
            </a:r>
            <a:r>
              <a:rPr lang="en-US" altLang="ko-KR" dirty="0" err="1"/>
              <a:t>isSold</a:t>
            </a:r>
            <a:r>
              <a:rPr lang="en-US" altLang="ko-KR" dirty="0"/>
              <a:t> = true)  </a:t>
            </a:r>
          </a:p>
          <a:p>
            <a:pPr marL="0" indent="0">
              <a:buNone/>
            </a:pPr>
            <a:r>
              <a:rPr lang="en-US" altLang="ko-KR" dirty="0"/>
              <a:t>7.</a:t>
            </a:r>
            <a:r>
              <a:rPr lang="ko-KR" altLang="en-US" dirty="0"/>
              <a:t>실패 시 롤백 처리</a:t>
            </a:r>
          </a:p>
        </p:txBody>
      </p:sp>
    </p:spTree>
    <p:extLst>
      <p:ext uri="{BB962C8B-B14F-4D97-AF65-F5344CB8AC3E}">
        <p14:creationId xmlns:p14="http://schemas.microsoft.com/office/powerpoint/2010/main" val="1663852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E5671-BCDE-8AF6-A56E-5A87826D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본인이 만든 아이템 </a:t>
            </a:r>
            <a:r>
              <a:rPr lang="en-US" altLang="ko-KR" dirty="0"/>
              <a:t>3</a:t>
            </a:r>
            <a:r>
              <a:rPr lang="ko-KR" altLang="en-US" dirty="0"/>
              <a:t>개 설명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570BE-AD3D-739A-408D-AD4D14DC1FC8}"/>
              </a:ext>
            </a:extLst>
          </p:cNvPr>
          <p:cNvSpPr txBox="1"/>
          <p:nvPr/>
        </p:nvSpPr>
        <p:spPr>
          <a:xfrm>
            <a:off x="603913" y="2551837"/>
            <a:ext cx="72162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dirty="0" err="1"/>
              <a:t>HealthPotion</a:t>
            </a:r>
            <a:r>
              <a:rPr lang="en-US" altLang="ko-KR" dirty="0"/>
              <a:t> - </a:t>
            </a:r>
            <a:r>
              <a:rPr lang="ko-KR" altLang="en-US" dirty="0"/>
              <a:t>사용 시 체력 회복 </a:t>
            </a:r>
            <a:r>
              <a:rPr lang="en-US" altLang="ko-KR" dirty="0"/>
              <a:t>HP +50 - </a:t>
            </a:r>
            <a:r>
              <a:rPr lang="ko-KR" altLang="en-US" dirty="0"/>
              <a:t>가격 </a:t>
            </a:r>
            <a:r>
              <a:rPr lang="en-US" altLang="ko-KR" dirty="0"/>
              <a:t>: 100 Coin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dirty="0" err="1"/>
              <a:t>IronSword</a:t>
            </a:r>
            <a:r>
              <a:rPr lang="en-US" altLang="ko-KR" dirty="0"/>
              <a:t> - </a:t>
            </a:r>
            <a:r>
              <a:rPr lang="ko-KR" altLang="en-US" dirty="0"/>
              <a:t>사용 시 공격력 증가 </a:t>
            </a:r>
            <a:r>
              <a:rPr lang="en-US" altLang="ko-KR" dirty="0"/>
              <a:t>ATK +30 - </a:t>
            </a:r>
            <a:r>
              <a:rPr lang="ko-KR" altLang="en-US" dirty="0"/>
              <a:t>가격 </a:t>
            </a:r>
            <a:r>
              <a:rPr lang="en-US" altLang="ko-KR" dirty="0"/>
              <a:t>: 250 Coin </a:t>
            </a:r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en-US" altLang="ko-KR" dirty="0" err="1"/>
              <a:t>DragonArmor</a:t>
            </a:r>
            <a:r>
              <a:rPr lang="en-US" altLang="ko-KR" dirty="0"/>
              <a:t> - </a:t>
            </a:r>
            <a:r>
              <a:rPr lang="ko-KR" altLang="en-US" dirty="0"/>
              <a:t>사용 시 방어력 증가 </a:t>
            </a:r>
            <a:r>
              <a:rPr lang="en-US" altLang="ko-KR" dirty="0"/>
              <a:t>DEF +70 - </a:t>
            </a:r>
            <a:r>
              <a:rPr lang="ko-KR" altLang="en-US" dirty="0"/>
              <a:t>가격 </a:t>
            </a:r>
            <a:r>
              <a:rPr lang="en-US" altLang="ko-KR" dirty="0"/>
              <a:t>: 300 Coin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5842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75DC9-EB3F-F668-47B7-7DD221FD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3580"/>
            <a:ext cx="10515600" cy="1325563"/>
          </a:xfrm>
        </p:spPr>
        <p:txBody>
          <a:bodyPr/>
          <a:lstStyle/>
          <a:p>
            <a:r>
              <a:rPr lang="ko-KR" altLang="en-US" dirty="0"/>
              <a:t>아이템 가격표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A331C-31D4-B06E-9B9C-715338E0C8F6}"/>
              </a:ext>
            </a:extLst>
          </p:cNvPr>
          <p:cNvSpPr txBox="1"/>
          <p:nvPr/>
        </p:nvSpPr>
        <p:spPr>
          <a:xfrm>
            <a:off x="838200" y="1995986"/>
            <a:ext cx="70911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아이템 이름      가격</a:t>
            </a:r>
          </a:p>
          <a:p>
            <a:r>
              <a:rPr lang="ko-KR" altLang="en-US" sz="2400" dirty="0"/>
              <a:t>─────────────────────</a:t>
            </a:r>
          </a:p>
          <a:p>
            <a:r>
              <a:rPr lang="ko-KR" altLang="en-US" sz="2400" dirty="0" err="1"/>
              <a:t>HealthPotion</a:t>
            </a:r>
            <a:r>
              <a:rPr lang="ko-KR" altLang="en-US" sz="2400" dirty="0"/>
              <a:t>      100 </a:t>
            </a:r>
            <a:r>
              <a:rPr lang="ko-KR" altLang="en-US" sz="2400" dirty="0" err="1"/>
              <a:t>Coin</a:t>
            </a:r>
            <a:endParaRPr lang="ko-KR" altLang="en-US" sz="2400" dirty="0"/>
          </a:p>
          <a:p>
            <a:r>
              <a:rPr lang="ko-KR" altLang="en-US" sz="2400" dirty="0" err="1"/>
              <a:t>IronSword</a:t>
            </a:r>
            <a:r>
              <a:rPr lang="ko-KR" altLang="en-US" sz="2400" dirty="0"/>
              <a:t>         250 </a:t>
            </a:r>
            <a:r>
              <a:rPr lang="ko-KR" altLang="en-US" sz="2400" dirty="0" err="1"/>
              <a:t>Coin</a:t>
            </a:r>
            <a:endParaRPr lang="ko-KR" altLang="en-US" sz="2400" dirty="0"/>
          </a:p>
          <a:p>
            <a:r>
              <a:rPr lang="ko-KR" altLang="en-US" sz="2400" dirty="0" err="1"/>
              <a:t>DragonArmor</a:t>
            </a:r>
            <a:r>
              <a:rPr lang="ko-KR" altLang="en-US" sz="2400" dirty="0"/>
              <a:t>     300 </a:t>
            </a:r>
            <a:r>
              <a:rPr lang="ko-KR" altLang="en-US" sz="2400" dirty="0" err="1"/>
              <a:t>Coin</a:t>
            </a:r>
            <a:endParaRPr lang="ko-KR" altLang="en-US" sz="2400" dirty="0"/>
          </a:p>
          <a:p>
            <a:r>
              <a:rPr lang="ko-KR" altLang="en-US" sz="2400" dirty="0"/>
              <a:t>─────────────────────</a:t>
            </a:r>
          </a:p>
          <a:p>
            <a:r>
              <a:rPr lang="ko-KR" altLang="en-US" sz="2400" dirty="0"/>
              <a:t>Unit2            50 </a:t>
            </a:r>
            <a:r>
              <a:rPr lang="ko-KR" altLang="en-US" sz="2400" dirty="0" err="1"/>
              <a:t>Coin</a:t>
            </a:r>
            <a:endParaRPr lang="ko-KR" altLang="en-US" sz="2400" dirty="0"/>
          </a:p>
          <a:p>
            <a:r>
              <a:rPr lang="ko-KR" altLang="en-US" sz="2400" dirty="0"/>
              <a:t>Unit3           100 </a:t>
            </a:r>
            <a:r>
              <a:rPr lang="ko-KR" altLang="en-US" sz="2400" dirty="0" err="1"/>
              <a:t>Coin</a:t>
            </a:r>
            <a:endParaRPr lang="ko-KR" altLang="en-US" sz="2400" dirty="0"/>
          </a:p>
          <a:p>
            <a:r>
              <a:rPr lang="ko-KR" altLang="en-US" sz="2400" dirty="0"/>
              <a:t>Unit4           150 </a:t>
            </a:r>
            <a:r>
              <a:rPr lang="ko-KR" altLang="en-US" sz="2400" dirty="0" err="1"/>
              <a:t>Coin</a:t>
            </a:r>
            <a:endParaRPr lang="ko-KR" altLang="en-US" sz="2400" dirty="0"/>
          </a:p>
          <a:p>
            <a:r>
              <a:rPr lang="ko-KR" altLang="en-US" sz="2400" dirty="0"/>
              <a:t>Unit5           180 </a:t>
            </a:r>
            <a:r>
              <a:rPr lang="ko-KR" altLang="en-US" sz="2400" dirty="0" err="1"/>
              <a:t>Coin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60913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7E751-AE35-B701-1479-1469362F7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Firebase </a:t>
            </a:r>
            <a:r>
              <a:rPr lang="ko-KR" altLang="en-US" dirty="0"/>
              <a:t>데이터 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3F00F-0A3F-4C1C-03EA-C224D40B3BB0}"/>
              </a:ext>
            </a:extLst>
          </p:cNvPr>
          <p:cNvSpPr txBox="1"/>
          <p:nvPr/>
        </p:nvSpPr>
        <p:spPr>
          <a:xfrm>
            <a:off x="669876" y="1501054"/>
            <a:ext cx="993443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Firebase Realtime Database</a:t>
            </a:r>
          </a:p>
          <a:p>
            <a:r>
              <a:rPr lang="en-US" altLang="ko-KR" dirty="0"/>
              <a:t>│</a:t>
            </a:r>
          </a:p>
          <a:p>
            <a:r>
              <a:rPr lang="en-US" altLang="ko-KR" dirty="0"/>
              <a:t>├── </a:t>
            </a:r>
            <a:r>
              <a:rPr lang="en-US" altLang="ko-KR" dirty="0" err="1"/>
              <a:t>UserInfo</a:t>
            </a:r>
            <a:r>
              <a:rPr lang="en-US" altLang="ko-KR" dirty="0"/>
              <a:t>                          ← </a:t>
            </a:r>
            <a:r>
              <a:rPr lang="ko-KR" altLang="en-US" dirty="0"/>
              <a:t>모든 유저 정보를 담는 최상위 노드</a:t>
            </a:r>
          </a:p>
          <a:p>
            <a:r>
              <a:rPr lang="ko-KR" altLang="en-US" dirty="0"/>
              <a:t>│   └── </a:t>
            </a:r>
            <a:r>
              <a:rPr lang="en-US" altLang="ko-KR" dirty="0"/>
              <a:t>-Ov4zxTsTyq6cMF4ZjVn         ← Push()</a:t>
            </a:r>
            <a:r>
              <a:rPr lang="ko-KR" altLang="en-US" dirty="0"/>
              <a:t>로 자동 생성된 고유 </a:t>
            </a:r>
            <a:r>
              <a:rPr lang="en-US" altLang="ko-KR" dirty="0"/>
              <a:t>Key (</a:t>
            </a:r>
            <a:r>
              <a:rPr lang="en-US" altLang="ko-KR" dirty="0" err="1"/>
              <a:t>UserKey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│       ├── </a:t>
            </a:r>
            <a:r>
              <a:rPr lang="en-US" altLang="ko-KR" dirty="0" err="1"/>
              <a:t>NickName</a:t>
            </a:r>
            <a:r>
              <a:rPr lang="en-US" altLang="ko-KR" dirty="0"/>
              <a:t>  : "ljw6397"     ← </a:t>
            </a:r>
            <a:r>
              <a:rPr lang="ko-KR" altLang="en-US" dirty="0"/>
              <a:t>유저 닉네임 </a:t>
            </a:r>
            <a:r>
              <a:rPr lang="en-US" altLang="ko-KR" dirty="0"/>
              <a:t>(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중복검사에 사용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│       ├── Coin      : 400           ← </a:t>
            </a:r>
            <a:r>
              <a:rPr lang="ko-KR" altLang="en-US" dirty="0"/>
              <a:t>현재 보유 코인 </a:t>
            </a:r>
            <a:r>
              <a:rPr lang="en-US" altLang="ko-KR" dirty="0"/>
              <a:t>(</a:t>
            </a:r>
            <a:r>
              <a:rPr lang="ko-KR" altLang="en-US" dirty="0"/>
              <a:t>구매</a:t>
            </a:r>
            <a:r>
              <a:rPr lang="en-US" altLang="ko-KR" dirty="0"/>
              <a:t>/</a:t>
            </a:r>
            <a:r>
              <a:rPr lang="ko-KR" altLang="en-US" dirty="0"/>
              <a:t>게임 보상으로 변경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│       ├── Score     : 3             ← </a:t>
            </a:r>
            <a:r>
              <a:rPr lang="ko-KR" altLang="en-US" dirty="0"/>
              <a:t>가위바위보 최고 점수 </a:t>
            </a:r>
            <a:r>
              <a:rPr lang="en-US" altLang="ko-KR" dirty="0"/>
              <a:t>(</a:t>
            </a:r>
            <a:r>
              <a:rPr lang="ko-KR" altLang="en-US" dirty="0"/>
              <a:t>기존보다 </a:t>
            </a:r>
            <a:r>
              <a:rPr lang="ko-KR" altLang="en-US" dirty="0" err="1"/>
              <a:t>높을때만</a:t>
            </a:r>
            <a:r>
              <a:rPr lang="ko-KR" altLang="en-US" dirty="0"/>
              <a:t> 갱신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│       ├── </a:t>
            </a:r>
            <a:r>
              <a:rPr lang="en-US" altLang="ko-KR" dirty="0" err="1"/>
              <a:t>UnitList</a:t>
            </a:r>
            <a:r>
              <a:rPr lang="en-US" altLang="ko-KR" dirty="0"/>
              <a:t>  : "{\"Unit1\":true, \"Unit2\":false ...}"</a:t>
            </a:r>
          </a:p>
          <a:p>
            <a:r>
              <a:rPr lang="en-US" altLang="ko-KR" dirty="0"/>
              <a:t>│       │                             ↑ </a:t>
            </a:r>
            <a:r>
              <a:rPr lang="ko-KR" altLang="en-US" dirty="0"/>
              <a:t>유닛 보유 여부 </a:t>
            </a:r>
            <a:r>
              <a:rPr lang="en-US" altLang="ko-KR" dirty="0"/>
              <a:t>(Dictionary&lt;</a:t>
            </a:r>
            <a:r>
              <a:rPr lang="en-US" altLang="ko-KR" dirty="0" err="1"/>
              <a:t>string,bool</a:t>
            </a:r>
            <a:r>
              <a:rPr lang="en-US" altLang="ko-KR" dirty="0"/>
              <a:t>&gt; → JSON </a:t>
            </a:r>
            <a:r>
              <a:rPr lang="ko-KR" altLang="en-US" dirty="0"/>
              <a:t>문자열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│       └── Inventory : "{\"</a:t>
            </a:r>
            <a:r>
              <a:rPr lang="en-US" altLang="ko-KR" dirty="0" err="1"/>
              <a:t>HealthPotion</a:t>
            </a:r>
            <a:r>
              <a:rPr lang="en-US" altLang="ko-KR" dirty="0"/>
              <a:t>\":1, \"</a:t>
            </a:r>
            <a:r>
              <a:rPr lang="en-US" altLang="ko-KR" dirty="0" err="1"/>
              <a:t>IronSword</a:t>
            </a:r>
            <a:r>
              <a:rPr lang="en-US" altLang="ko-KR" dirty="0"/>
              <a:t>\":0, \"</a:t>
            </a:r>
            <a:r>
              <a:rPr lang="en-US" altLang="ko-KR" dirty="0" err="1"/>
              <a:t>DragonArmor</a:t>
            </a:r>
            <a:r>
              <a:rPr lang="en-US" altLang="ko-KR" dirty="0"/>
              <a:t>\":0}"</a:t>
            </a:r>
          </a:p>
          <a:p>
            <a:r>
              <a:rPr lang="en-US" altLang="ko-KR" dirty="0"/>
              <a:t>│                                     ↑ </a:t>
            </a:r>
            <a:r>
              <a:rPr lang="ko-KR" altLang="en-US" dirty="0"/>
              <a:t>아이템 보유 개수 </a:t>
            </a:r>
            <a:r>
              <a:rPr lang="en-US" altLang="ko-KR" dirty="0"/>
              <a:t>(Dictionary&lt;</a:t>
            </a:r>
            <a:r>
              <a:rPr lang="en-US" altLang="ko-KR" dirty="0" err="1"/>
              <a:t>string,int</a:t>
            </a:r>
            <a:r>
              <a:rPr lang="en-US" altLang="ko-KR" dirty="0"/>
              <a:t>&gt; → JSON </a:t>
            </a:r>
            <a:r>
              <a:rPr lang="ko-KR" altLang="en-US" dirty="0"/>
              <a:t>문자열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│</a:t>
            </a:r>
          </a:p>
          <a:p>
            <a:r>
              <a:rPr lang="en-US" altLang="ko-KR" dirty="0"/>
              <a:t>└── Market                            ← </a:t>
            </a:r>
            <a:r>
              <a:rPr lang="ko-KR" altLang="en-US" dirty="0"/>
              <a:t>거래소 등록 아이템을 담는 노드</a:t>
            </a:r>
          </a:p>
          <a:p>
            <a:r>
              <a:rPr lang="ko-KR" altLang="en-US" dirty="0"/>
              <a:t>    └── </a:t>
            </a:r>
            <a:r>
              <a:rPr lang="en-US" altLang="ko-KR" dirty="0"/>
              <a:t>-Ov5abc123                    ← Push()</a:t>
            </a:r>
            <a:r>
              <a:rPr lang="ko-KR" altLang="en-US" dirty="0"/>
              <a:t>로 자동 생성된 고유 </a:t>
            </a:r>
            <a:r>
              <a:rPr lang="en-US" altLang="ko-KR" dirty="0"/>
              <a:t>Key</a:t>
            </a:r>
          </a:p>
          <a:p>
            <a:r>
              <a:rPr lang="en-US" altLang="ko-KR" dirty="0"/>
              <a:t>        ├── </a:t>
            </a:r>
            <a:r>
              <a:rPr lang="en-US" altLang="ko-KR" dirty="0" err="1"/>
              <a:t>sellerKey</a:t>
            </a:r>
            <a:r>
              <a:rPr lang="en-US" altLang="ko-KR" dirty="0"/>
              <a:t>  : "-Ov4zx..."  ← </a:t>
            </a:r>
            <a:r>
              <a:rPr lang="ko-KR" altLang="en-US" dirty="0"/>
              <a:t>판매자 </a:t>
            </a:r>
            <a:r>
              <a:rPr lang="en-US" altLang="ko-KR" dirty="0" err="1"/>
              <a:t>UserKey</a:t>
            </a:r>
            <a:endParaRPr lang="en-US" altLang="ko-KR" dirty="0"/>
          </a:p>
          <a:p>
            <a:r>
              <a:rPr lang="en-US" altLang="ko-KR" dirty="0"/>
              <a:t>        ├── </a:t>
            </a:r>
            <a:r>
              <a:rPr lang="en-US" altLang="ko-KR" dirty="0" err="1"/>
              <a:t>sellerName</a:t>
            </a:r>
            <a:r>
              <a:rPr lang="en-US" altLang="ko-KR" dirty="0"/>
              <a:t> : "ljw6397"    ← </a:t>
            </a:r>
            <a:r>
              <a:rPr lang="ko-KR" altLang="en-US" dirty="0"/>
              <a:t>판매자 닉네임</a:t>
            </a:r>
          </a:p>
          <a:p>
            <a:r>
              <a:rPr lang="ko-KR" altLang="en-US" dirty="0"/>
              <a:t>        ├── </a:t>
            </a:r>
            <a:r>
              <a:rPr lang="en-US" altLang="ko-KR" dirty="0" err="1"/>
              <a:t>itemName</a:t>
            </a:r>
            <a:r>
              <a:rPr lang="en-US" altLang="ko-KR" dirty="0"/>
              <a:t>   : "</a:t>
            </a:r>
            <a:r>
              <a:rPr lang="en-US" altLang="ko-KR" dirty="0" err="1"/>
              <a:t>HealthPotion</a:t>
            </a:r>
            <a:r>
              <a:rPr lang="en-US" altLang="ko-KR" dirty="0"/>
              <a:t>" ← </a:t>
            </a:r>
            <a:r>
              <a:rPr lang="ko-KR" altLang="en-US" dirty="0"/>
              <a:t>판매 아이템 이름</a:t>
            </a:r>
          </a:p>
          <a:p>
            <a:r>
              <a:rPr lang="ko-KR" altLang="en-US" dirty="0"/>
              <a:t>        ├── </a:t>
            </a:r>
            <a:r>
              <a:rPr lang="en-US" altLang="ko-KR" dirty="0"/>
              <a:t>price      : 150          ← </a:t>
            </a:r>
            <a:r>
              <a:rPr lang="ko-KR" altLang="en-US" dirty="0"/>
              <a:t>판매자가 설정한 가격</a:t>
            </a:r>
          </a:p>
          <a:p>
            <a:r>
              <a:rPr lang="ko-KR" altLang="en-US" dirty="0"/>
              <a:t>        └── </a:t>
            </a:r>
            <a:r>
              <a:rPr lang="en-US" altLang="ko-KR" dirty="0" err="1"/>
              <a:t>isSold</a:t>
            </a:r>
            <a:r>
              <a:rPr lang="en-US" altLang="ko-KR" dirty="0"/>
              <a:t>     : false        ← </a:t>
            </a:r>
            <a:r>
              <a:rPr lang="ko-KR" altLang="en-US" dirty="0"/>
              <a:t>판매 완료 여부 </a:t>
            </a:r>
            <a:r>
              <a:rPr lang="en-US" altLang="ko-KR" dirty="0"/>
              <a:t>(</a:t>
            </a:r>
            <a:r>
              <a:rPr lang="ko-KR" altLang="en-US" dirty="0"/>
              <a:t>구매 시 </a:t>
            </a:r>
            <a:r>
              <a:rPr lang="en-US" altLang="ko-KR" dirty="0"/>
              <a:t>true</a:t>
            </a:r>
            <a:r>
              <a:rPr lang="ko-KR" altLang="en-US" dirty="0"/>
              <a:t>로 변경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6572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B9FED-B21F-4B38-3426-0020DA8B1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PlayerPrefs</a:t>
            </a:r>
            <a:r>
              <a:rPr lang="ko-KR" altLang="en-US" dirty="0"/>
              <a:t>에 저장한 값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5C5B1-79C4-51B0-D6ED-D219AC468187}"/>
              </a:ext>
            </a:extLst>
          </p:cNvPr>
          <p:cNvSpPr txBox="1"/>
          <p:nvPr/>
        </p:nvSpPr>
        <p:spPr>
          <a:xfrm>
            <a:off x="562969" y="2174629"/>
            <a:ext cx="772122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저장하는 값 </a:t>
            </a:r>
            <a:r>
              <a:rPr lang="en-US" altLang="ko-KR" sz="2000" dirty="0"/>
              <a:t>2</a:t>
            </a:r>
            <a:r>
              <a:rPr lang="ko-KR" altLang="en-US" sz="2000" dirty="0"/>
              <a:t>가지</a:t>
            </a:r>
            <a:r>
              <a:rPr lang="en-US" altLang="ko-KR" sz="2000" dirty="0"/>
              <a:t>:</a:t>
            </a:r>
          </a:p>
          <a:p>
            <a:r>
              <a:rPr lang="en-US" altLang="ko-KR" sz="2000" dirty="0"/>
              <a:t>- </a:t>
            </a:r>
            <a:r>
              <a:rPr lang="en-US" altLang="ko-KR" sz="2000" dirty="0" err="1"/>
              <a:t>UserKey</a:t>
            </a:r>
            <a:r>
              <a:rPr lang="en-US" altLang="ko-KR" sz="2000" dirty="0"/>
              <a:t>      : Firebase</a:t>
            </a:r>
            <a:r>
              <a:rPr lang="ko-KR" altLang="en-US" sz="2000" dirty="0"/>
              <a:t>에서 자동 생성된 고유 </a:t>
            </a:r>
            <a:r>
              <a:rPr lang="en-US" altLang="ko-KR" sz="2000" dirty="0"/>
              <a:t>Key</a:t>
            </a:r>
          </a:p>
          <a:p>
            <a:r>
              <a:rPr lang="en-US" altLang="ko-KR" sz="2000" dirty="0"/>
              <a:t>- </a:t>
            </a:r>
            <a:r>
              <a:rPr lang="en-US" altLang="ko-KR" sz="2000" dirty="0" err="1"/>
              <a:t>UserNickName</a:t>
            </a:r>
            <a:r>
              <a:rPr lang="en-US" altLang="ko-KR" sz="2000" dirty="0"/>
              <a:t> : </a:t>
            </a:r>
            <a:r>
              <a:rPr lang="ko-KR" altLang="en-US" sz="2000" dirty="0"/>
              <a:t>로그인한 유저의 닉네임</a:t>
            </a:r>
          </a:p>
          <a:p>
            <a:endParaRPr lang="ko-KR" altLang="en-US" sz="2000" dirty="0"/>
          </a:p>
          <a:p>
            <a:r>
              <a:rPr lang="ko-KR" altLang="en-US" sz="2000" dirty="0"/>
              <a:t>저장 시점</a:t>
            </a:r>
            <a:r>
              <a:rPr lang="en-US" altLang="ko-KR" sz="2000" dirty="0"/>
              <a:t>: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회원가입 성공 시 </a:t>
            </a:r>
            <a:r>
              <a:rPr lang="en-US" altLang="ko-KR" sz="2000" dirty="0"/>
              <a:t>/ </a:t>
            </a:r>
            <a:r>
              <a:rPr lang="ko-KR" altLang="en-US" sz="2000" dirty="0"/>
              <a:t>로그인 성공 시 자동 저장</a:t>
            </a:r>
          </a:p>
          <a:p>
            <a:endParaRPr lang="ko-KR" altLang="en-US" sz="2000" dirty="0"/>
          </a:p>
          <a:p>
            <a:r>
              <a:rPr lang="ko-KR" altLang="en-US" sz="2000" dirty="0"/>
              <a:t>사용 목적</a:t>
            </a:r>
            <a:r>
              <a:rPr lang="en-US" altLang="ko-KR" sz="2000" dirty="0"/>
              <a:t>: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 err="1"/>
              <a:t>씬이</a:t>
            </a:r>
            <a:r>
              <a:rPr lang="ko-KR" altLang="en-US" sz="2000" dirty="0"/>
              <a:t> 바뀌어도 내 데이터를 유지하기 위해 사용</a:t>
            </a:r>
          </a:p>
          <a:p>
            <a:r>
              <a:rPr lang="en-US" altLang="ko-KR" sz="2000" dirty="0"/>
              <a:t>- </a:t>
            </a:r>
            <a:r>
              <a:rPr lang="en-US" altLang="ko-KR" sz="2000" dirty="0" err="1"/>
              <a:t>ShopScene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InventoryScene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GameScene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MarketScene</a:t>
            </a:r>
            <a:r>
              <a:rPr lang="en-US" altLang="ko-KR" sz="2000" dirty="0"/>
              <a:t> </a:t>
            </a:r>
            <a:r>
              <a:rPr lang="ko-KR" altLang="en-US" sz="2000" dirty="0"/>
              <a:t>등</a:t>
            </a:r>
          </a:p>
          <a:p>
            <a:r>
              <a:rPr lang="ko-KR" altLang="en-US" sz="2000" dirty="0"/>
              <a:t>  모든 </a:t>
            </a:r>
            <a:r>
              <a:rPr lang="ko-KR" altLang="en-US" sz="2000" dirty="0" err="1"/>
              <a:t>씬에서</a:t>
            </a:r>
            <a:r>
              <a:rPr lang="ko-KR" altLang="en-US" sz="2000" dirty="0"/>
              <a:t> </a:t>
            </a:r>
            <a:r>
              <a:rPr lang="en-US" altLang="ko-KR" sz="2000" dirty="0" err="1"/>
              <a:t>UserKey</a:t>
            </a:r>
            <a:r>
              <a:rPr lang="ko-KR" altLang="en-US" sz="2000" dirty="0"/>
              <a:t>로 </a:t>
            </a:r>
            <a:r>
              <a:rPr lang="en-US" altLang="ko-KR" sz="2000" dirty="0"/>
              <a:t>Firebase </a:t>
            </a:r>
            <a:r>
              <a:rPr lang="ko-KR" altLang="en-US" sz="2000" dirty="0"/>
              <a:t>내 데이터에 접근</a:t>
            </a:r>
          </a:p>
        </p:txBody>
      </p:sp>
    </p:spTree>
    <p:extLst>
      <p:ext uri="{BB962C8B-B14F-4D97-AF65-F5344CB8AC3E}">
        <p14:creationId xmlns:p14="http://schemas.microsoft.com/office/powerpoint/2010/main" val="2267488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8D850-0AEA-CE99-0204-4F3687457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957" y="88999"/>
            <a:ext cx="10515600" cy="1325563"/>
          </a:xfrm>
        </p:spPr>
        <p:txBody>
          <a:bodyPr/>
          <a:lstStyle/>
          <a:p>
            <a:r>
              <a:rPr lang="en-US" altLang="ko-KR" dirty="0"/>
              <a:t>Inventory JSON </a:t>
            </a:r>
            <a:r>
              <a:rPr lang="ko-KR" altLang="en-US" dirty="0"/>
              <a:t>처리 방식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E8B957-5179-C27F-36AE-B127F2D92A8D}"/>
              </a:ext>
            </a:extLst>
          </p:cNvPr>
          <p:cNvSpPr txBox="1"/>
          <p:nvPr/>
        </p:nvSpPr>
        <p:spPr>
          <a:xfrm>
            <a:off x="330957" y="1414562"/>
            <a:ext cx="938624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Unity</a:t>
            </a:r>
            <a:r>
              <a:rPr lang="ko-KR" altLang="en-US" dirty="0"/>
              <a:t>의 기본 </a:t>
            </a:r>
            <a:r>
              <a:rPr lang="en-US" altLang="ko-KR" dirty="0" err="1"/>
              <a:t>JsonUtility</a:t>
            </a:r>
            <a:r>
              <a:rPr lang="ko-KR" altLang="en-US" dirty="0"/>
              <a:t>는 </a:t>
            </a:r>
            <a:r>
              <a:rPr lang="en-US" altLang="ko-KR" dirty="0"/>
              <a:t>Dictionary</a:t>
            </a:r>
            <a:r>
              <a:rPr lang="ko-KR" altLang="en-US" dirty="0"/>
              <a:t>를 저장할 수 없음</a:t>
            </a:r>
          </a:p>
          <a:p>
            <a:r>
              <a:rPr lang="ko-KR" altLang="en-US" dirty="0"/>
              <a:t>   → </a:t>
            </a:r>
            <a:r>
              <a:rPr lang="en-US" altLang="ko-KR" dirty="0" err="1"/>
              <a:t>Newtonsoft.Json</a:t>
            </a:r>
            <a:r>
              <a:rPr lang="en-US" altLang="ko-KR" dirty="0"/>
              <a:t> </a:t>
            </a:r>
            <a:r>
              <a:rPr lang="ko-KR" altLang="en-US" dirty="0"/>
              <a:t>라이브러리를 사용해서 해결</a:t>
            </a:r>
          </a:p>
          <a:p>
            <a:endParaRPr lang="ko-KR" altLang="en-US" dirty="0"/>
          </a:p>
          <a:p>
            <a:r>
              <a:rPr lang="en-US" altLang="ko-KR" dirty="0"/>
              <a:t>2. </a:t>
            </a:r>
            <a:r>
              <a:rPr lang="ko-KR" altLang="en-US" dirty="0"/>
              <a:t>저장할 때 </a:t>
            </a:r>
            <a:r>
              <a:rPr lang="en-US" altLang="ko-KR" dirty="0"/>
              <a:t>(Dictionary → JSON </a:t>
            </a:r>
            <a:r>
              <a:rPr lang="ko-KR" altLang="en-US" dirty="0"/>
              <a:t>문자열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JsonConvert.SerializeObject</a:t>
            </a:r>
            <a:r>
              <a:rPr lang="en-US" altLang="ko-KR" dirty="0"/>
              <a:t>(inventory)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결과 </a:t>
            </a:r>
            <a:r>
              <a:rPr lang="en-US" altLang="ko-KR" dirty="0"/>
              <a:t>: "{\"</a:t>
            </a:r>
            <a:r>
              <a:rPr lang="en-US" altLang="ko-KR" dirty="0" err="1"/>
              <a:t>HealthPotion</a:t>
            </a:r>
            <a:r>
              <a:rPr lang="en-US" altLang="ko-KR" dirty="0"/>
              <a:t>\":1, \"</a:t>
            </a:r>
            <a:r>
              <a:rPr lang="en-US" altLang="ko-KR" dirty="0" err="1"/>
              <a:t>IronSword</a:t>
            </a:r>
            <a:r>
              <a:rPr lang="en-US" altLang="ko-KR" dirty="0"/>
              <a:t>\":0, \"</a:t>
            </a:r>
            <a:r>
              <a:rPr lang="en-US" altLang="ko-KR" dirty="0" err="1"/>
              <a:t>DragonArmor</a:t>
            </a:r>
            <a:r>
              <a:rPr lang="en-US" altLang="ko-KR" dirty="0"/>
              <a:t>\":0}"</a:t>
            </a:r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이 </a:t>
            </a:r>
            <a:r>
              <a:rPr lang="en-US" altLang="ko-KR" dirty="0"/>
              <a:t>JSON </a:t>
            </a:r>
            <a:r>
              <a:rPr lang="ko-KR" altLang="en-US" dirty="0"/>
              <a:t>문자열을 </a:t>
            </a:r>
            <a:r>
              <a:rPr lang="en-US" altLang="ko-KR" dirty="0"/>
              <a:t>Firebase</a:t>
            </a:r>
            <a:r>
              <a:rPr lang="ko-KR" altLang="en-US" dirty="0"/>
              <a:t>에 </a:t>
            </a:r>
            <a:r>
              <a:rPr lang="en-US" altLang="ko-KR" dirty="0"/>
              <a:t>string</a:t>
            </a:r>
            <a:r>
              <a:rPr lang="ko-KR" altLang="en-US" dirty="0"/>
              <a:t>으로 저장</a:t>
            </a:r>
          </a:p>
          <a:p>
            <a:endParaRPr lang="ko-KR" altLang="en-US" dirty="0"/>
          </a:p>
          <a:p>
            <a:r>
              <a:rPr lang="en-US" altLang="ko-KR" dirty="0"/>
              <a:t>4. </a:t>
            </a:r>
            <a:r>
              <a:rPr lang="ko-KR" altLang="en-US" dirty="0"/>
              <a:t>불러올 때 </a:t>
            </a:r>
            <a:r>
              <a:rPr lang="en-US" altLang="ko-KR" dirty="0"/>
              <a:t>(JSON </a:t>
            </a:r>
            <a:r>
              <a:rPr lang="ko-KR" altLang="en-US" dirty="0"/>
              <a:t>문자열 → </a:t>
            </a:r>
            <a:r>
              <a:rPr lang="en-US" altLang="ko-KR" dirty="0"/>
              <a:t>Dictionary)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JsonConvert.DeserializeObject</a:t>
            </a:r>
            <a:r>
              <a:rPr lang="en-US" altLang="ko-KR" dirty="0"/>
              <a:t>&lt;Dictionary&lt;string, int&gt;&gt;(</a:t>
            </a:r>
            <a:r>
              <a:rPr lang="en-US" altLang="ko-KR" dirty="0" err="1"/>
              <a:t>inventoryJson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결과 </a:t>
            </a:r>
            <a:r>
              <a:rPr lang="en-US" altLang="ko-KR" dirty="0"/>
              <a:t>: inventory["</a:t>
            </a:r>
            <a:r>
              <a:rPr lang="en-US" altLang="ko-KR" dirty="0" err="1"/>
              <a:t>HealthPotion</a:t>
            </a:r>
            <a:r>
              <a:rPr lang="en-US" altLang="ko-KR" dirty="0"/>
              <a:t>"] </a:t>
            </a:r>
            <a:r>
              <a:rPr lang="ko-KR" altLang="en-US" dirty="0"/>
              <a:t>으로 접근 가능</a:t>
            </a:r>
          </a:p>
          <a:p>
            <a:endParaRPr lang="ko-KR" altLang="en-US" dirty="0"/>
          </a:p>
          <a:p>
            <a:r>
              <a:rPr lang="en-US" altLang="ko-KR" dirty="0"/>
              <a:t>5. null </a:t>
            </a:r>
            <a:r>
              <a:rPr lang="ko-KR" altLang="en-US" dirty="0"/>
              <a:t>방어코드 </a:t>
            </a:r>
            <a:r>
              <a:rPr lang="en-US" altLang="ko-KR" dirty="0"/>
              <a:t>3</a:t>
            </a:r>
            <a:r>
              <a:rPr lang="ko-KR" altLang="en-US" dirty="0"/>
              <a:t>단계 적용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en-US" altLang="ko-KR" dirty="0" err="1"/>
              <a:t>snapshot.Value</a:t>
            </a:r>
            <a:r>
              <a:rPr lang="en-US" altLang="ko-KR" dirty="0"/>
              <a:t> == null </a:t>
            </a:r>
            <a:r>
              <a:rPr lang="ko-KR" altLang="en-US" dirty="0"/>
              <a:t>체크 → 빈 </a:t>
            </a:r>
            <a:r>
              <a:rPr lang="en-US" altLang="ko-KR" dirty="0"/>
              <a:t>Dictionary</a:t>
            </a:r>
            <a:r>
              <a:rPr lang="ko-KR" altLang="en-US" dirty="0"/>
              <a:t>로 초기화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en-US" altLang="ko-KR" dirty="0" err="1"/>
              <a:t>string.IsNullOrEmpty</a:t>
            </a:r>
            <a:r>
              <a:rPr lang="en-US" altLang="ko-KR" dirty="0"/>
              <a:t>() </a:t>
            </a:r>
            <a:r>
              <a:rPr lang="ko-KR" altLang="en-US" dirty="0"/>
              <a:t>체크 → 빈 </a:t>
            </a:r>
            <a:r>
              <a:rPr lang="en-US" altLang="ko-KR" dirty="0"/>
              <a:t>Dictionary</a:t>
            </a:r>
            <a:r>
              <a:rPr lang="ko-KR" altLang="en-US" dirty="0"/>
              <a:t>로 초기화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inventory == null </a:t>
            </a:r>
            <a:r>
              <a:rPr lang="ko-KR" altLang="en-US" dirty="0"/>
              <a:t>체크      → 빈 </a:t>
            </a:r>
            <a:r>
              <a:rPr lang="en-US" altLang="ko-KR" dirty="0"/>
              <a:t>Dictionary</a:t>
            </a:r>
            <a:r>
              <a:rPr lang="ko-KR" altLang="en-US" dirty="0"/>
              <a:t>로 초기화</a:t>
            </a:r>
          </a:p>
          <a:p>
            <a:r>
              <a:rPr lang="ko-KR" altLang="en-US" dirty="0"/>
              <a:t>   → 어떤 상황에서도 오류 방지</a:t>
            </a:r>
          </a:p>
        </p:txBody>
      </p:sp>
    </p:spTree>
    <p:extLst>
      <p:ext uri="{BB962C8B-B14F-4D97-AF65-F5344CB8AC3E}">
        <p14:creationId xmlns:p14="http://schemas.microsoft.com/office/powerpoint/2010/main" val="1307074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DBEDD-610D-2F46-BF81-B46E6D2E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중 발생한 문제와 해결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A116F-161E-8355-0297-1A7F37EB2CE6}"/>
              </a:ext>
            </a:extLst>
          </p:cNvPr>
          <p:cNvSpPr txBox="1"/>
          <p:nvPr/>
        </p:nvSpPr>
        <p:spPr>
          <a:xfrm>
            <a:off x="379836" y="1827166"/>
            <a:ext cx="87698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  문제 </a:t>
            </a:r>
            <a:r>
              <a:rPr lang="en-US" altLang="ko-KR" dirty="0"/>
              <a:t>1 - </a:t>
            </a:r>
            <a:r>
              <a:rPr lang="ko-KR" altLang="en-US" dirty="0"/>
              <a:t>무한 회원가입 버그</a:t>
            </a:r>
          </a:p>
          <a:p>
            <a:r>
              <a:rPr lang="ko-KR" altLang="en-US" dirty="0"/>
              <a:t>   원인 </a:t>
            </a:r>
            <a:r>
              <a:rPr lang="en-US" altLang="ko-KR" dirty="0"/>
              <a:t>: Firebase </a:t>
            </a:r>
            <a:r>
              <a:rPr lang="ko-KR" altLang="en-US" dirty="0"/>
              <a:t>쿼리 응답 전에 버튼을 여러 번 누르면</a:t>
            </a:r>
          </a:p>
          <a:p>
            <a:r>
              <a:rPr lang="ko-KR" altLang="en-US" dirty="0"/>
              <a:t>          중복 검사 결과가 </a:t>
            </a:r>
            <a:r>
              <a:rPr lang="en-US" altLang="ko-KR" dirty="0"/>
              <a:t>0</a:t>
            </a:r>
            <a:r>
              <a:rPr lang="ko-KR" altLang="en-US" dirty="0"/>
              <a:t>으로 반환되어 가입이 뚫림</a:t>
            </a:r>
          </a:p>
          <a:p>
            <a:r>
              <a:rPr lang="ko-KR" altLang="en-US" dirty="0"/>
              <a:t>   해결 </a:t>
            </a:r>
            <a:r>
              <a:rPr lang="en-US" altLang="ko-KR" dirty="0"/>
              <a:t>: </a:t>
            </a:r>
            <a:r>
              <a:rPr lang="en-US" altLang="ko-KR" dirty="0" err="1"/>
              <a:t>isProcessing</a:t>
            </a:r>
            <a:r>
              <a:rPr lang="en-US" altLang="ko-KR" dirty="0"/>
              <a:t> </a:t>
            </a:r>
            <a:r>
              <a:rPr lang="ko-KR" altLang="en-US" dirty="0"/>
              <a:t>플래그로 첫 번째 요청 처리 중</a:t>
            </a:r>
          </a:p>
          <a:p>
            <a:r>
              <a:rPr lang="ko-KR" altLang="en-US" dirty="0"/>
              <a:t>          추가 버튼 입력을 차단</a:t>
            </a:r>
          </a:p>
          <a:p>
            <a:endParaRPr lang="ko-KR" altLang="en-US" dirty="0"/>
          </a:p>
          <a:p>
            <a:r>
              <a:rPr lang="ko-KR" altLang="en-US" dirty="0"/>
              <a:t>   문제 </a:t>
            </a:r>
            <a:r>
              <a:rPr lang="en-US" altLang="ko-KR" dirty="0"/>
              <a:t>2 - Firebase </a:t>
            </a:r>
            <a:r>
              <a:rPr lang="ko-KR" altLang="en-US" dirty="0"/>
              <a:t>중복 검사 불안정</a:t>
            </a:r>
          </a:p>
          <a:p>
            <a:r>
              <a:rPr lang="ko-KR" altLang="en-US" dirty="0"/>
              <a:t>   원인 </a:t>
            </a:r>
            <a:r>
              <a:rPr lang="en-US" altLang="ko-KR" dirty="0"/>
              <a:t>: </a:t>
            </a:r>
            <a:r>
              <a:rPr lang="en-US" altLang="ko-KR" dirty="0" err="1"/>
              <a:t>OrderByChild</a:t>
            </a:r>
            <a:r>
              <a:rPr lang="en-US" altLang="ko-KR" dirty="0"/>
              <a:t> </a:t>
            </a:r>
            <a:r>
              <a:rPr lang="ko-KR" altLang="en-US" dirty="0"/>
              <a:t>쿼리가 인덱스 없이 실행되면</a:t>
            </a:r>
          </a:p>
          <a:p>
            <a:r>
              <a:rPr lang="ko-KR" altLang="en-US" dirty="0"/>
              <a:t>          네트워크 타이밍에 따라 결과가 달라짐</a:t>
            </a:r>
          </a:p>
          <a:p>
            <a:r>
              <a:rPr lang="ko-KR" altLang="en-US" dirty="0"/>
              <a:t>   해결 </a:t>
            </a:r>
            <a:r>
              <a:rPr lang="en-US" altLang="ko-KR" dirty="0"/>
              <a:t>: Firebase Rules</a:t>
            </a:r>
            <a:r>
              <a:rPr lang="ko-KR" altLang="en-US" dirty="0"/>
              <a:t>에 </a:t>
            </a:r>
            <a:r>
              <a:rPr lang="en-US" altLang="ko-KR" dirty="0"/>
              <a:t>.</a:t>
            </a:r>
            <a:r>
              <a:rPr lang="en-US" altLang="ko-KR" dirty="0" err="1"/>
              <a:t>indexOn</a:t>
            </a:r>
            <a:r>
              <a:rPr lang="en-US" altLang="ko-KR" dirty="0"/>
              <a:t> ["</a:t>
            </a:r>
            <a:r>
              <a:rPr lang="en-US" altLang="ko-KR" dirty="0" err="1"/>
              <a:t>NickName</a:t>
            </a:r>
            <a:r>
              <a:rPr lang="en-US" altLang="ko-KR" dirty="0"/>
              <a:t>"] </a:t>
            </a:r>
            <a:r>
              <a:rPr lang="ko-KR" altLang="en-US" dirty="0"/>
              <a:t>추가</a:t>
            </a:r>
          </a:p>
          <a:p>
            <a:r>
              <a:rPr lang="ko-KR" altLang="en-US" dirty="0"/>
              <a:t>           서버에서 인덱스 기반으로 안정적으로 검색</a:t>
            </a:r>
          </a:p>
          <a:p>
            <a:endParaRPr lang="ko-KR" altLang="en-US" dirty="0"/>
          </a:p>
          <a:p>
            <a:r>
              <a:rPr lang="ko-KR" altLang="en-US" dirty="0"/>
              <a:t>   문제 </a:t>
            </a:r>
            <a:r>
              <a:rPr lang="en-US" altLang="ko-KR" dirty="0"/>
              <a:t>3 - Inventory null </a:t>
            </a:r>
            <a:r>
              <a:rPr lang="ko-KR" altLang="en-US" dirty="0"/>
              <a:t>오류</a:t>
            </a:r>
          </a:p>
          <a:p>
            <a:r>
              <a:rPr lang="ko-KR" altLang="en-US" dirty="0"/>
              <a:t>   원인 </a:t>
            </a:r>
            <a:r>
              <a:rPr lang="en-US" altLang="ko-KR" dirty="0"/>
              <a:t>: Firebase</a:t>
            </a:r>
            <a:r>
              <a:rPr lang="ko-KR" altLang="en-US" dirty="0"/>
              <a:t>에서 빈 값이 오거나</a:t>
            </a:r>
          </a:p>
          <a:p>
            <a:r>
              <a:rPr lang="ko-KR" altLang="en-US" dirty="0"/>
              <a:t>          역직렬화 실패 시 </a:t>
            </a:r>
            <a:r>
              <a:rPr lang="en-US" altLang="ko-KR" dirty="0"/>
              <a:t>Null</a:t>
            </a:r>
            <a:r>
              <a:rPr lang="ko-KR" altLang="en-US" dirty="0"/>
              <a:t> 발생</a:t>
            </a:r>
          </a:p>
          <a:p>
            <a:r>
              <a:rPr lang="ko-KR" altLang="en-US" dirty="0"/>
              <a:t>   해결 </a:t>
            </a:r>
            <a:r>
              <a:rPr lang="en-US" altLang="ko-KR" dirty="0"/>
              <a:t>: 3</a:t>
            </a:r>
            <a:r>
              <a:rPr lang="ko-KR" altLang="en-US" dirty="0"/>
              <a:t>단계 </a:t>
            </a:r>
            <a:r>
              <a:rPr lang="en-US" altLang="ko-KR" dirty="0"/>
              <a:t>null </a:t>
            </a:r>
            <a:r>
              <a:rPr lang="ko-KR" altLang="en-US" dirty="0"/>
              <a:t>방어 코드 적용으로 </a:t>
            </a:r>
            <a:r>
              <a:rPr lang="ko-KR" altLang="en-US" dirty="0" err="1"/>
              <a:t>크래시</a:t>
            </a:r>
            <a:r>
              <a:rPr lang="ko-KR" altLang="en-US" dirty="0"/>
              <a:t> 방지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9F1F58-0BA4-47D9-3F44-F365FD69C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253" y="2402518"/>
            <a:ext cx="3710725" cy="315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92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B3CA4E-44AE-8FE0-C6CA-7C044358E868}"/>
              </a:ext>
            </a:extLst>
          </p:cNvPr>
          <p:cNvSpPr txBox="1"/>
          <p:nvPr/>
        </p:nvSpPr>
        <p:spPr>
          <a:xfrm>
            <a:off x="208128" y="197346"/>
            <a:ext cx="926341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문제 </a:t>
            </a:r>
            <a:r>
              <a:rPr lang="en-US" altLang="ko-KR" dirty="0"/>
              <a:t>4 - </a:t>
            </a:r>
            <a:r>
              <a:rPr lang="ko-KR" altLang="en-US" dirty="0"/>
              <a:t>거래소 판매 등록 후 아이템 소실</a:t>
            </a:r>
          </a:p>
          <a:p>
            <a:r>
              <a:rPr lang="ko-KR" altLang="en-US" dirty="0"/>
              <a:t>   원인 </a:t>
            </a:r>
            <a:r>
              <a:rPr lang="en-US" altLang="ko-KR" dirty="0"/>
              <a:t>: </a:t>
            </a:r>
            <a:r>
              <a:rPr lang="ko-KR" altLang="en-US" dirty="0"/>
              <a:t>인벤토리 차감 후 </a:t>
            </a:r>
            <a:r>
              <a:rPr lang="en-US" altLang="ko-KR" dirty="0"/>
              <a:t>Market </a:t>
            </a:r>
            <a:r>
              <a:rPr lang="ko-KR" altLang="en-US" dirty="0"/>
              <a:t>저장이 실패하면</a:t>
            </a:r>
          </a:p>
          <a:p>
            <a:r>
              <a:rPr lang="ko-KR" altLang="en-US" dirty="0"/>
              <a:t>          아이템이 사라지고 거래소에도 등록 안됨</a:t>
            </a:r>
          </a:p>
          <a:p>
            <a:r>
              <a:rPr lang="ko-KR" altLang="en-US" dirty="0"/>
              <a:t>   해결 </a:t>
            </a:r>
            <a:r>
              <a:rPr lang="en-US" altLang="ko-KR" dirty="0"/>
              <a:t>: Market </a:t>
            </a:r>
            <a:r>
              <a:rPr lang="ko-KR" altLang="en-US" dirty="0"/>
              <a:t>저장 실패 시 인벤토리 롤백 코드 추가</a:t>
            </a:r>
          </a:p>
          <a:p>
            <a:r>
              <a:rPr lang="ko-KR" altLang="en-US" dirty="0"/>
              <a:t>          </a:t>
            </a:r>
            <a:r>
              <a:rPr lang="en-US" altLang="ko-KR" dirty="0"/>
              <a:t>Firebase</a:t>
            </a:r>
            <a:r>
              <a:rPr lang="ko-KR" altLang="en-US" dirty="0"/>
              <a:t>에도 원래 수량으로 되돌리기</a:t>
            </a:r>
          </a:p>
          <a:p>
            <a:endParaRPr lang="ko-KR" altLang="en-US" dirty="0"/>
          </a:p>
          <a:p>
            <a:r>
              <a:rPr lang="ko-KR" altLang="en-US" dirty="0"/>
              <a:t>문제 </a:t>
            </a:r>
            <a:r>
              <a:rPr lang="en-US" altLang="ko-KR" dirty="0"/>
              <a:t>5 - </a:t>
            </a:r>
            <a:r>
              <a:rPr lang="ko-KR" altLang="en-US" dirty="0"/>
              <a:t>구매 처리 중간 실패 시 데이터 꼬임</a:t>
            </a:r>
          </a:p>
          <a:p>
            <a:r>
              <a:rPr lang="ko-KR" altLang="en-US" dirty="0"/>
              <a:t>   원인 </a:t>
            </a:r>
            <a:r>
              <a:rPr lang="en-US" altLang="ko-KR" dirty="0"/>
              <a:t>: </a:t>
            </a:r>
            <a:r>
              <a:rPr lang="en-US" altLang="ko-KR" dirty="0" err="1"/>
              <a:t>isSold</a:t>
            </a:r>
            <a:r>
              <a:rPr lang="en-US" altLang="ko-KR" dirty="0"/>
              <a:t> = true </a:t>
            </a:r>
            <a:r>
              <a:rPr lang="ko-KR" altLang="en-US" dirty="0"/>
              <a:t>처리 후 구매자 저장 실패하면</a:t>
            </a:r>
          </a:p>
          <a:p>
            <a:r>
              <a:rPr lang="ko-KR" altLang="en-US" dirty="0"/>
              <a:t>          아이템은 </a:t>
            </a:r>
            <a:r>
              <a:rPr lang="ko-KR" altLang="en-US" dirty="0" err="1"/>
              <a:t>판매완료인데</a:t>
            </a:r>
            <a:r>
              <a:rPr lang="ko-KR" altLang="en-US" dirty="0"/>
              <a:t> 구매자한테 지급이 안됨</a:t>
            </a:r>
          </a:p>
          <a:p>
            <a:r>
              <a:rPr lang="ko-KR" altLang="en-US" dirty="0"/>
              <a:t>   해결 </a:t>
            </a:r>
            <a:r>
              <a:rPr lang="en-US" altLang="ko-KR" dirty="0"/>
              <a:t>: </a:t>
            </a:r>
            <a:r>
              <a:rPr lang="ko-KR" altLang="en-US" dirty="0"/>
              <a:t>구매자 저장 실패 시 </a:t>
            </a:r>
            <a:r>
              <a:rPr lang="en-US" altLang="ko-KR" dirty="0" err="1"/>
              <a:t>isSold</a:t>
            </a:r>
            <a:r>
              <a:rPr lang="en-US" altLang="ko-KR" dirty="0"/>
              <a:t> = false </a:t>
            </a:r>
            <a:r>
              <a:rPr lang="ko-KR" altLang="en-US" dirty="0"/>
              <a:t>롤백 처리</a:t>
            </a:r>
          </a:p>
          <a:p>
            <a:r>
              <a:rPr lang="ko-KR" altLang="en-US" dirty="0"/>
              <a:t>          판매자 코인 저장 실패 체크 코드 추가</a:t>
            </a:r>
          </a:p>
          <a:p>
            <a:endParaRPr lang="ko-KR" altLang="en-US" dirty="0"/>
          </a:p>
          <a:p>
            <a:r>
              <a:rPr lang="ko-KR" altLang="en-US" dirty="0"/>
              <a:t>문제 </a:t>
            </a:r>
            <a:r>
              <a:rPr lang="en-US" altLang="ko-KR" dirty="0"/>
              <a:t>6 - </a:t>
            </a:r>
            <a:r>
              <a:rPr lang="ko-KR" altLang="en-US" dirty="0"/>
              <a:t>판매자 코인 저장 실패 체크 없음</a:t>
            </a:r>
          </a:p>
          <a:p>
            <a:r>
              <a:rPr lang="ko-KR" altLang="en-US" dirty="0"/>
              <a:t>   원인 </a:t>
            </a:r>
            <a:r>
              <a:rPr lang="en-US" altLang="ko-KR" dirty="0"/>
              <a:t>: </a:t>
            </a:r>
            <a:r>
              <a:rPr lang="ko-KR" altLang="en-US" dirty="0"/>
              <a:t>구매는 완료됐는데 판매자 코인이</a:t>
            </a:r>
          </a:p>
          <a:p>
            <a:r>
              <a:rPr lang="ko-KR" altLang="en-US" dirty="0"/>
              <a:t>          증가하지 않아도 성공 메시지가 뜸</a:t>
            </a:r>
          </a:p>
          <a:p>
            <a:r>
              <a:rPr lang="ko-KR" altLang="en-US" dirty="0"/>
              <a:t>   해결 </a:t>
            </a:r>
            <a:r>
              <a:rPr lang="en-US" altLang="ko-KR" dirty="0"/>
              <a:t>: </a:t>
            </a:r>
            <a:r>
              <a:rPr lang="en-US" altLang="ko-KR" dirty="0" err="1"/>
              <a:t>finalTask</a:t>
            </a:r>
            <a:r>
              <a:rPr lang="en-US" altLang="ko-KR" dirty="0"/>
              <a:t> </a:t>
            </a:r>
            <a:r>
              <a:rPr lang="en-US" altLang="ko-KR" dirty="0" err="1"/>
              <a:t>IsFaulted</a:t>
            </a:r>
            <a:r>
              <a:rPr lang="en-US" altLang="ko-KR" dirty="0"/>
              <a:t> </a:t>
            </a:r>
            <a:r>
              <a:rPr lang="ko-KR" altLang="en-US" dirty="0"/>
              <a:t>체크 추가하여</a:t>
            </a:r>
          </a:p>
          <a:p>
            <a:r>
              <a:rPr lang="ko-KR" altLang="en-US" dirty="0"/>
              <a:t>          실패 시 별도 오류 메시지 출력</a:t>
            </a:r>
          </a:p>
          <a:p>
            <a:endParaRPr lang="ko-KR" altLang="en-US" dirty="0"/>
          </a:p>
          <a:p>
            <a:r>
              <a:rPr lang="ko-KR" altLang="en-US" dirty="0"/>
              <a:t>문제 </a:t>
            </a:r>
            <a:r>
              <a:rPr lang="en-US" altLang="ko-KR" dirty="0"/>
              <a:t>7 - </a:t>
            </a:r>
            <a:r>
              <a:rPr lang="ko-KR" altLang="en-US" dirty="0"/>
              <a:t>유저 데이터 없을 때 </a:t>
            </a:r>
            <a:r>
              <a:rPr lang="en-US" altLang="ko-KR" dirty="0"/>
              <a:t>null </a:t>
            </a:r>
            <a:r>
              <a:rPr lang="ko-KR" altLang="en-US" dirty="0"/>
              <a:t>오류</a:t>
            </a:r>
          </a:p>
          <a:p>
            <a:r>
              <a:rPr lang="ko-KR" altLang="en-US" dirty="0"/>
              <a:t>   원인 </a:t>
            </a:r>
            <a:r>
              <a:rPr lang="en-US" altLang="ko-KR" dirty="0"/>
              <a:t>: </a:t>
            </a:r>
            <a:r>
              <a:rPr lang="en-US" altLang="ko-KR" dirty="0" err="1"/>
              <a:t>snapshot.Exists</a:t>
            </a:r>
            <a:r>
              <a:rPr lang="en-US" altLang="ko-KR" dirty="0"/>
              <a:t> </a:t>
            </a:r>
            <a:r>
              <a:rPr lang="ko-KR" altLang="en-US" dirty="0"/>
              <a:t>체크 없이 바로</a:t>
            </a:r>
          </a:p>
          <a:p>
            <a:r>
              <a:rPr lang="ko-KR" altLang="en-US" dirty="0"/>
              <a:t>          </a:t>
            </a:r>
            <a:r>
              <a:rPr lang="en-US" altLang="ko-KR" dirty="0"/>
              <a:t>Coin, Inventory </a:t>
            </a:r>
            <a:r>
              <a:rPr lang="ko-KR" altLang="en-US" dirty="0"/>
              <a:t>값을 읽으면 터짐</a:t>
            </a:r>
          </a:p>
          <a:p>
            <a:r>
              <a:rPr lang="ko-KR" altLang="en-US" dirty="0"/>
              <a:t>   해결 </a:t>
            </a:r>
            <a:r>
              <a:rPr lang="en-US" altLang="ko-KR" dirty="0"/>
              <a:t>: </a:t>
            </a:r>
            <a:r>
              <a:rPr lang="en-US" altLang="ko-KR" dirty="0" err="1"/>
              <a:t>snapshot.Exists</a:t>
            </a:r>
            <a:r>
              <a:rPr lang="en-US" altLang="ko-KR" dirty="0"/>
              <a:t> </a:t>
            </a:r>
            <a:r>
              <a:rPr lang="ko-KR" altLang="en-US" dirty="0"/>
              <a:t>및 각 노드별</a:t>
            </a:r>
          </a:p>
          <a:p>
            <a:r>
              <a:rPr lang="ko-KR" altLang="en-US" dirty="0"/>
              <a:t>          </a:t>
            </a:r>
            <a:r>
              <a:rPr lang="en-US" altLang="ko-KR" dirty="0"/>
              <a:t>null </a:t>
            </a:r>
            <a:r>
              <a:rPr lang="ko-KR" altLang="en-US" dirty="0"/>
              <a:t>체크 방어 코드 추가</a:t>
            </a:r>
          </a:p>
        </p:txBody>
      </p:sp>
    </p:spTree>
    <p:extLst>
      <p:ext uri="{BB962C8B-B14F-4D97-AF65-F5344CB8AC3E}">
        <p14:creationId xmlns:p14="http://schemas.microsoft.com/office/powerpoint/2010/main" val="4204723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1016</Words>
  <Application>Microsoft Office PowerPoint</Application>
  <PresentationFormat>와이드스크린</PresentationFormat>
  <Paragraphs>149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경매장 후</vt:lpstr>
      <vt:lpstr>Firebase 연동 Unity 게임 구현  회원가입 / 로그인 / 상점 / 인벤토리 / 게임/경매장(거래소)</vt:lpstr>
      <vt:lpstr>구현한 기능 목록</vt:lpstr>
      <vt:lpstr>거래소</vt:lpstr>
      <vt:lpstr>본인이 만든 아이템 3개 설명</vt:lpstr>
      <vt:lpstr>아이템 가격표</vt:lpstr>
      <vt:lpstr>Firebase 데이터 구조</vt:lpstr>
      <vt:lpstr>PlayerPrefs에 저장한 값</vt:lpstr>
      <vt:lpstr>Inventory JSON 처리 방식</vt:lpstr>
      <vt:lpstr>실행 중 발생한 문제와 해결 방법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재우 이</dc:creator>
  <cp:lastModifiedBy>재우 이</cp:lastModifiedBy>
  <cp:revision>6</cp:revision>
  <dcterms:created xsi:type="dcterms:W3CDTF">2026-06-14T14:41:36Z</dcterms:created>
  <dcterms:modified xsi:type="dcterms:W3CDTF">2026-06-15T20:29:51Z</dcterms:modified>
</cp:coreProperties>
</file>